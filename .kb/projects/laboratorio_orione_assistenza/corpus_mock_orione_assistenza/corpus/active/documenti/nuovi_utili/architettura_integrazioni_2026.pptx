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Orione Assistenza: integrazioni proposte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Bozza 2026; non costituisce decisione architetturale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Flussi da confermare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Forms invia la richiesta al servizio di assegnazione.</a:t>
            </a:r>
          </a:p>
          <a:p>
            <a:r>
              <a:t>Il servizio legge asset e tecnico, poi registra l'assegnazione.</a:t>
            </a:r>
          </a:p>
          <a:p>
            <a:r>
              <a:t>Una notifica verso un sistema ticket esterno e' solo ipotizzata.</a:t>
            </a:r>
          </a:p>
          <a:p>
            <a:r>
              <a:t>Identita' del sistema, protocollo e ownership restano pending.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Architettura integrazioni Orione 2026</dc:title>
  <dc:subject>Ipotesi da revisionare</dc:subject>
  <dc:creator>Laboratorio Orione</dc:creator>
  <cp:keywords/>
  <dc:description>generated using python-pptx</dc:description>
  <cp:lastModifiedBy>Steve Canny</cp:lastModifiedBy>
  <cp:revision>1</cp:revision>
  <dcterms:created xsi:type="dcterms:W3CDTF">2023-11-05T08:00:00Z</dcterms:created>
  <dcterms:modified xsi:type="dcterms:W3CDTF">2023-11-05T08:00:00Z</dcterms:modified>
  <cp:category/>
</cp:coreProperties>
</file>